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62" r:id="rId4"/>
    <p:sldId id="264" r:id="rId5"/>
    <p:sldId id="267" r:id="rId6"/>
    <p:sldId id="265" r:id="rId7"/>
    <p:sldId id="26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284" y="80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2F7C2-7063-8DA9-F558-DBAF438A48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DC1DB1-C741-CB13-9762-92FE43ACCF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FAA06-1C30-7D1F-0F58-BC3D747A4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4B33-31B8-48E0-A6AF-DEB63A4B2C8A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E1D2C-C271-D02A-54A7-ABCEF5864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864B3-B7A2-FFFE-0701-383DB72FD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DF1B-C7F5-4AEE-AABF-7F509BCBA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065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BDFDA-C616-E504-4916-57715627C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D5411-E2CC-DCD6-E745-E0B0E8FC6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B4DD4-AD86-DE96-A923-57118B762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4B33-31B8-48E0-A6AF-DEB63A4B2C8A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0B0B8-63C8-DCD0-F48F-0BA29CC45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D3930-B79E-7575-ED7B-8C13726CF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DF1B-C7F5-4AEE-AABF-7F509BCBA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164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D5432-7A50-D474-2C91-DF1E93FF3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15EBE-6049-4BB9-66A9-9CA72EDF5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ADC35-AE5B-DF96-38CD-EB72C7FAC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4B33-31B8-48E0-A6AF-DEB63A4B2C8A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6AD78-321A-B871-1BD4-3FF8D5A8F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AD9D6-7F99-A413-5E34-AAD364753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DF1B-C7F5-4AEE-AABF-7F509BCBA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262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FB279-D4AE-0F0F-ED14-FC65328E7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77C04-69EA-8BE7-07E7-0FCAA0330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D5664B-8E8C-F83F-270B-5B359C91B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71B04-5D81-A3AE-1BA9-0F8869A3F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4B33-31B8-48E0-A6AF-DEB63A4B2C8A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83244-3ED4-F7F9-EA6C-F9CC0DC04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68237-4DF8-F930-C375-33484712C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DF1B-C7F5-4AEE-AABF-7F509BCBA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178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4B4A-2665-C9DC-0797-1CC6D6E57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6D1F8-83EA-A6EC-A54D-BD7D38471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0FBA3E-080E-443F-6907-A6888635B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90078D-84A6-B0B9-3B19-942D5A4D94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CD2AAD-1310-B67F-A80B-BD7A3BC04A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B625C5-D9EB-A5D1-4605-9AB019D80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4B33-31B8-48E0-A6AF-DEB63A4B2C8A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9D17AD-D34B-7E93-F0BA-B22FE861C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9AC192-5436-97C5-A116-85A82A06F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DF1B-C7F5-4AEE-AABF-7F509BCBA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752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13A5A-0AF7-51B2-ABA2-F9080A453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3950D5-DC0D-AF26-5E7A-011C84BD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4B33-31B8-48E0-A6AF-DEB63A4B2C8A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D52174-8D45-894D-4992-73BA4E15A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D49F63-D0B3-873F-BC1F-82C426762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DF1B-C7F5-4AEE-AABF-7F509BCBA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479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6C58F1-7EEB-4E6D-A41E-1BE1EAB29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4B33-31B8-48E0-A6AF-DEB63A4B2C8A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D32499-5B1E-4396-B243-8AF685D2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FE2C7-B255-8457-DF79-E119CA778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DF1B-C7F5-4AEE-AABF-7F509BCBA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727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A9C6-0103-FAA2-5521-56C6A6526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0703C-F74D-92CC-AB22-973C1D68A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36CAEA-9B2E-3A09-1525-DF024A83D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64556E-31E2-2ED3-0466-602060FF3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4B33-31B8-48E0-A6AF-DEB63A4B2C8A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73229-835C-A2B8-4B1A-FE78C2728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FF8A11-1B8E-8F2A-3FF0-1CA38F458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DF1B-C7F5-4AEE-AABF-7F509BCBA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950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C1382-22DD-1AFC-B485-B9F2700E6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D43C6C-145B-3EDC-5456-94BF03FF13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DC8082-3AF7-2DC6-F3B7-29DB9D7E6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8511F-1615-E85A-8AA4-BE98B415A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4B33-31B8-48E0-A6AF-DEB63A4B2C8A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570CD6-DE46-BAE4-2CB6-214C531AA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7E2FA-9834-6FBF-C07A-3C23691A8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DF1B-C7F5-4AEE-AABF-7F509BCBA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920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C6AED-1328-E0A4-9B83-C5FC5F5A7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58020E-2946-1395-BDB5-D8BC1929F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AEF73-DD96-A16C-3C30-31D2EF1D8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4B33-31B8-48E0-A6AF-DEB63A4B2C8A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0D6FA-9B2A-8929-3CB6-ADFA39306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841C5-D547-BB18-0B33-01581C8AC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DF1B-C7F5-4AEE-AABF-7F509BCBA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446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DC554E-B1C5-3F1D-8B0C-5583E63E9F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F2A411-117F-D73E-3429-E2939208E4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F9D7D-0D60-ECFF-08E1-3A2E93348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4B33-31B8-48E0-A6AF-DEB63A4B2C8A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3C186-6E62-DEA2-BE73-E8D59513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51D3C-878F-4DCD-A191-1C9A713B0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DF1B-C7F5-4AEE-AABF-7F509BCBA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011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91A952-419B-702D-34BB-7830A6F2F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9300B1-F9C2-51A4-1ACC-D9D9F20CA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CA267-C0A9-8191-EE00-338E39F65A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74B33-31B8-48E0-A6AF-DEB63A4B2C8A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050F5-50E1-1F5C-EDC9-F1D6A6DBC4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2473F-20CC-CA97-7C9B-F3A962908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5DF1B-C7F5-4AEE-AABF-7F509BCBA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756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C31A0-AC15-EBE2-7883-3D90E3210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120FC-9C81-7F84-B7DB-2A0AE7C723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Change Schema</a:t>
            </a:r>
          </a:p>
        </p:txBody>
      </p:sp>
    </p:spTree>
    <p:extLst>
      <p:ext uri="{BB962C8B-B14F-4D97-AF65-F5344CB8AC3E}">
        <p14:creationId xmlns:p14="http://schemas.microsoft.com/office/powerpoint/2010/main" val="2560665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A2E3C-4EC1-0279-F419-5720524CA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1. Identify Variables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1AC8DF-DFE2-AD6A-4B91-C53AB123F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799" y="1277635"/>
            <a:ext cx="4179761" cy="551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852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CAC74-9103-D56A-87A0-71896DD18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2a. Identify the change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07BBAD-6FEF-52F1-1FA9-C9844A9C3F7A}"/>
              </a:ext>
            </a:extLst>
          </p:cNvPr>
          <p:cNvSpPr txBox="1"/>
          <p:nvPr/>
        </p:nvSpPr>
        <p:spPr>
          <a:xfrm>
            <a:off x="1620774" y="1229023"/>
            <a:ext cx="55481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(Did the quantity increase or decrease?)</a:t>
            </a:r>
            <a:endParaRPr lang="en-IN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5E43B7-F664-97C6-940C-6A89C03FC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939" y="1954069"/>
            <a:ext cx="5548122" cy="441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89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BFF1D-41CE-B311-DEA6-3D9965936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2b. Identify the right bar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B41015-5B53-C593-8B85-88A4973D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422" y="1690688"/>
            <a:ext cx="628650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526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CE32E-4A7F-BF15-E9C1-5C24559AF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Practice-flow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81F19-05A6-C761-F3A1-B6C2741C2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i="1" dirty="0"/>
              <a:t>Identify Variables </a:t>
            </a:r>
            <a:r>
              <a:rPr lang="en-IN" sz="2400" dirty="0"/>
              <a:t>can be made as a separate module, similar to Combine schema</a:t>
            </a:r>
          </a:p>
          <a:p>
            <a:r>
              <a:rPr lang="en-IN" sz="2400" dirty="0"/>
              <a:t>Combine 2a, 2b into a single module and for each question both the parts (2a and 2b) has to be completed </a:t>
            </a:r>
            <a:r>
              <a:rPr lang="en-IN" sz="2400" dirty="0" err="1"/>
              <a:t>inorder</a:t>
            </a:r>
            <a:r>
              <a:rPr lang="en-IN" sz="2400" dirty="0"/>
              <a:t> to count towards mastery. </a:t>
            </a:r>
          </a:p>
          <a:p>
            <a:r>
              <a:rPr lang="en-IN" sz="2400" dirty="0"/>
              <a:t>That is, each question in this module consists of doing the parts 2a – 2b.</a:t>
            </a:r>
          </a:p>
          <a:p>
            <a:r>
              <a:rPr lang="en-IN" sz="2400" dirty="0"/>
              <a:t>A question is correctly answered if both the parts are correct.</a:t>
            </a:r>
          </a:p>
          <a:p>
            <a:r>
              <a:rPr lang="en-IN" sz="2400" dirty="0"/>
              <a:t>Since there are only 2 options for questions in 2a and 2b, there is no need to provide </a:t>
            </a:r>
            <a:r>
              <a:rPr lang="en-IN" sz="2400" b="1" dirty="0"/>
              <a:t>Retry/Reveal Answer</a:t>
            </a:r>
            <a:r>
              <a:rPr lang="en-IN" sz="2400" dirty="0"/>
              <a:t> for incorrect response. On submit of wrong answer just mark the selected option as wrong with red and right as green in the same screen with next problem button.</a:t>
            </a:r>
          </a:p>
          <a:p>
            <a:r>
              <a:rPr lang="en-IN" sz="2400" dirty="0"/>
              <a:t>If the answer to 2a is incorrect, don’t proceed to the 2b part. Instead provide a new problem with the 2a part.</a:t>
            </a:r>
          </a:p>
        </p:txBody>
      </p:sp>
    </p:spTree>
    <p:extLst>
      <p:ext uri="{BB962C8B-B14F-4D97-AF65-F5344CB8AC3E}">
        <p14:creationId xmlns:p14="http://schemas.microsoft.com/office/powerpoint/2010/main" val="3501221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E2D997-A507-10BE-9DCF-D3AE0B21B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096256" cy="1325563"/>
          </a:xfrm>
        </p:spPr>
        <p:txBody>
          <a:bodyPr/>
          <a:lstStyle/>
          <a:p>
            <a:r>
              <a:rPr lang="en-IN" b="1" dirty="0"/>
              <a:t>3. Fill the bar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30085D-B64E-A69F-550C-2EF5C6E4A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139" y="1499615"/>
            <a:ext cx="3887339" cy="5105527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E6D80F06-0CC8-8B9E-522B-EB871DA75F34}"/>
              </a:ext>
            </a:extLst>
          </p:cNvPr>
          <p:cNvSpPr txBox="1">
            <a:spLocks/>
          </p:cNvSpPr>
          <p:nvPr/>
        </p:nvSpPr>
        <p:spPr>
          <a:xfrm>
            <a:off x="6257546" y="365124"/>
            <a:ext cx="50962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/>
              <a:t>4. Fill the equation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7E6ADE-4006-FEAA-543F-9CCDFDEA9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357" y="1499615"/>
            <a:ext cx="3400228" cy="5154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986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5F3B8-9DB5-BFA6-8565-AC40FCD37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AF902DF-83D9-41DE-16AB-BE80B796F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156960" cy="1325563"/>
          </a:xfrm>
        </p:spPr>
        <p:txBody>
          <a:bodyPr/>
          <a:lstStyle/>
          <a:p>
            <a:r>
              <a:rPr lang="en-IN" b="1" dirty="0"/>
              <a:t>5. Full integration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AA0CAD-FD5E-1B24-3413-59797994F9E4}"/>
              </a:ext>
            </a:extLst>
          </p:cNvPr>
          <p:cNvSpPr txBox="1"/>
          <p:nvPr/>
        </p:nvSpPr>
        <p:spPr>
          <a:xfrm>
            <a:off x="6096000" y="1027906"/>
            <a:ext cx="552602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Unlike the combine schema, here in full integration module, there will be 4 steps.</a:t>
            </a:r>
            <a:br>
              <a:rPr lang="en-US" sz="2000" dirty="0"/>
            </a:br>
            <a:r>
              <a:rPr lang="en-US" sz="2000" dirty="0"/>
              <a:t>    1. identify the change and identify the right  	bar model as one step</a:t>
            </a:r>
            <a:r>
              <a:rPr lang="en-IN" sz="2000" dirty="0"/>
              <a:t>.</a:t>
            </a:r>
          </a:p>
          <a:p>
            <a:r>
              <a:rPr lang="en-IN" sz="2000" dirty="0"/>
              <a:t>        2. Bar model creation from word problem</a:t>
            </a:r>
          </a:p>
          <a:p>
            <a:r>
              <a:rPr lang="en-IN" sz="2000" dirty="0"/>
              <a:t>        3. Equation building from bar model</a:t>
            </a:r>
          </a:p>
          <a:p>
            <a:r>
              <a:rPr lang="en-IN" sz="2000" dirty="0"/>
              <a:t>        4. Solve for the final answer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2000" dirty="0"/>
              <a:t>All 4 steps have to be  answered correctly for each question to count towards mastery.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2000" dirty="0"/>
              <a:t>All 4 steps have to be of the same question not different.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2000" dirty="0"/>
              <a:t>Wrong answer in the intermediate doesn’t skip to new question. Goes through all steps even it doesn’t count towards mastery.</a:t>
            </a:r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BAD639-F9F6-59A6-C83B-DBEA229C2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53" y="1627683"/>
            <a:ext cx="489585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064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2585</TotalTime>
  <Words>305</Words>
  <Application>Microsoft Office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Change Schema</vt:lpstr>
      <vt:lpstr>1. Identify Variables</vt:lpstr>
      <vt:lpstr>2a. Identify the change</vt:lpstr>
      <vt:lpstr>2b. Identify the right bar model</vt:lpstr>
      <vt:lpstr>Practice-flow</vt:lpstr>
      <vt:lpstr>3. Fill the bar model</vt:lpstr>
      <vt:lpstr>5. Full integration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Shabana K M</dc:creator>
  <cp:lastModifiedBy>Alif Sahir</cp:lastModifiedBy>
  <cp:revision>7</cp:revision>
  <dcterms:created xsi:type="dcterms:W3CDTF">2026-05-21T17:37:59Z</dcterms:created>
  <dcterms:modified xsi:type="dcterms:W3CDTF">2026-05-26T15:04:14Z</dcterms:modified>
</cp:coreProperties>
</file>